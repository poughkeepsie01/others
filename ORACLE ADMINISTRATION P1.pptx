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58" r:id="rId5"/>
    <p:sldId id="259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5A19-5557-BCA6-A57D-010437B4A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F58ED-1277-39EF-A339-32C970B3C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40CC-73A2-8772-2006-8CBC4E46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26FEF-8983-161A-7764-E8FCBDE6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208F-C282-DFAA-CFB5-2BDF29C5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7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E3B2-6769-EE63-5C57-927A7362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A8CBB-CFE5-CA9C-E7BE-74DBE3E90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F9FE4-B6C8-63C6-861A-2F3BD3B9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A51A3-4929-05AD-029D-1A26A80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5812-2764-53C6-1BEB-8BC1AA67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2000-1832-C18E-30A2-C1C59A28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C00DF-65AA-B143-1BEE-53E3A550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83F36-FB66-2B0D-B5DE-28B55242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43911-4378-2C03-BFAB-A0C8E010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E9ABE-AFEF-647F-9885-B3086C55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3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A4F7-AA07-5E1F-40DE-CE11B964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94D3B-BBA3-E380-FD98-8A9E3CFE5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5B28C-C5F0-8B16-6BA8-4C6A32E14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26107-3A06-2B49-96A3-392A6755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EB1F4-51A9-F9C3-0513-F13E3043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B0018-5B14-71A3-8631-7BC2FAF1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2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B179A-FA2B-43F3-8FDA-BDE72427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88B11-8BE3-515C-478B-8D7A5A32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5E9B-DA45-A27F-6CDC-3379EE8E2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C0187-C7E0-C114-8C40-20C2E62CE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BCB8C-1CD3-5CE1-44C6-BDCC179CE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4A0EB-D62B-7ED8-B874-1249E800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F2F03-DCB8-6B9C-967B-28E3AC3C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D4D64-B39B-8B40-2B31-9A0D12DC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4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DABC-9B34-1259-E0C3-4E5FD033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0BF95-6D67-5098-FFA9-812F9795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E1C4A-EA63-7353-0DB1-6ED11782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1456B-C2FD-0AB6-CECB-6C46D00C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7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5479D-205F-C4F5-8511-04177AC9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E7FB3-042C-56DE-CEC1-E871EB2B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705AB-557D-36E9-D55E-F6BE316A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9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7DD0-B9AF-FCA5-42C0-56327255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46EF9-AEC4-1C2A-2556-9E52C3D4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44FF8-E614-0633-ADE3-54371A8BC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5D8F-F432-F250-E583-F8323D24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819B2-AB36-B607-E89D-1A4E8793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000F0-76D3-C56A-00BB-FE4F702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5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50E0-1719-5E6A-FB27-492D3CFF7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748CA-EB25-1BBA-4ED2-92D564D27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E618B-6C91-CF40-979D-70B07379B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7434C-94F3-7E99-559A-22502404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054D6-E612-69EF-D0F9-F5F1F438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E1027-1AD1-F37A-A320-8531D93E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2F06-DA8A-20FC-3F5A-F44401F5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72F03-07A0-E606-5F2F-2D8E42E19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21E92-0088-E478-575F-FA69D64F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DAB1-7EA8-5B8A-E5EC-32FBF4AE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0F2B1-D6AC-964B-EE4E-1B01C4ED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7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A72F1-F6E1-C212-B294-FB022DD5B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C888E-9AB0-81BF-7F56-DC35133A1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43311-AEF3-F4CF-BAF2-4538FEF5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EC46B-C8B4-D3A0-15F6-085C80F9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3BA1C-ED31-9EDE-D1F7-53DF9F9A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7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AB9FE-AF2D-DBB8-FE50-DAB67B56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799F7-3F91-8B3B-BF3F-E86AC68E5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E27CF-9200-0F09-D779-D73638D7A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83B79-3E0E-46E9-8732-C161A07E871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8417-0BBD-60AE-855D-0D3421F3D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90F1-BBB6-D515-C91D-49FDF3CD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D0EED-EC50-4C79-B8E1-844FEAEE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3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Oracle Software?">
            <a:extLst>
              <a:ext uri="{FF2B5EF4-FFF2-40B4-BE49-F238E27FC236}">
                <a16:creationId xmlns:a16="http://schemas.microsoft.com/office/drawing/2014/main" id="{E95A6A73-33F1-0666-5670-55FC9B117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58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naks may entry si spit manila's madame oracle">
            <a:extLst>
              <a:ext uri="{FF2B5EF4-FFF2-40B4-BE49-F238E27FC236}">
                <a16:creationId xmlns:a16="http://schemas.microsoft.com/office/drawing/2014/main" id="{6B719B92-D27B-5248-C5DC-29C36FF1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36" y="1293514"/>
            <a:ext cx="6643328" cy="515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FAF339-B5AC-2579-DE15-3C759B38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424" y="149016"/>
            <a:ext cx="5873151" cy="1144498"/>
          </a:xfrm>
        </p:spPr>
        <p:txBody>
          <a:bodyPr/>
          <a:lstStyle/>
          <a:p>
            <a:r>
              <a:rPr lang="en-US" dirty="0"/>
              <a:t>ORACLE IN A NUTSHELL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82B0B-3EE7-3844-8FD0-092E675FD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2804" y="2035386"/>
            <a:ext cx="2145100" cy="5262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DE1E-3675-2069-610F-0889717FB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95658" y="1841741"/>
            <a:ext cx="1585823" cy="5262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/>
              <a:t>CLIENT</a:t>
            </a:r>
            <a:r>
              <a:rPr lang="en-US" sz="3600" dirty="0"/>
              <a:t> 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5ADFC8C-BD6F-2727-B28B-13B0368987FB}"/>
              </a:ext>
            </a:extLst>
          </p:cNvPr>
          <p:cNvSpPr txBox="1">
            <a:spLocks/>
          </p:cNvSpPr>
          <p:nvPr/>
        </p:nvSpPr>
        <p:spPr>
          <a:xfrm>
            <a:off x="4688569" y="3872688"/>
            <a:ext cx="2654061" cy="871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CLIENT APPLICATION</a:t>
            </a:r>
            <a:endParaRPr 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289B-81CB-0293-9D1C-7EBEFE74D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818"/>
            <a:ext cx="4294517" cy="1233637"/>
          </a:xfrm>
        </p:spPr>
        <p:txBody>
          <a:bodyPr>
            <a:normAutofit/>
          </a:bodyPr>
          <a:lstStyle/>
          <a:p>
            <a:r>
              <a:rPr lang="en-US" dirty="0"/>
              <a:t>ORACLE CLIENT</a:t>
            </a:r>
            <a:br>
              <a:rPr lang="en-US" dirty="0"/>
            </a:br>
            <a:r>
              <a:rPr lang="en-US" sz="2200" dirty="0"/>
              <a:t>being used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DD05-CE51-3E34-36D9-F71677FE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87151" cy="2142526"/>
          </a:xfrm>
        </p:spPr>
        <p:txBody>
          <a:bodyPr/>
          <a:lstStyle/>
          <a:p>
            <a:r>
              <a:rPr lang="en-US" dirty="0"/>
              <a:t>Us</a:t>
            </a:r>
          </a:p>
          <a:p>
            <a:r>
              <a:rPr lang="en-US" dirty="0"/>
              <a:t>The users</a:t>
            </a:r>
          </a:p>
          <a:p>
            <a:r>
              <a:rPr lang="en-US" dirty="0"/>
              <a:t>The developers</a:t>
            </a:r>
          </a:p>
          <a:p>
            <a:r>
              <a:rPr lang="en-US" dirty="0"/>
              <a:t>The query </a:t>
            </a:r>
            <a:r>
              <a:rPr lang="en-US" dirty="0" err="1"/>
              <a:t>lordszxc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4FB42C-97CC-72AD-C470-3E3DE73F78C2}"/>
              </a:ext>
            </a:extLst>
          </p:cNvPr>
          <p:cNvSpPr txBox="1">
            <a:spLocks/>
          </p:cNvSpPr>
          <p:nvPr/>
        </p:nvSpPr>
        <p:spPr>
          <a:xfrm>
            <a:off x="6704163" y="515818"/>
            <a:ext cx="4130615" cy="1233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ORACLE CLIENT </a:t>
            </a:r>
          </a:p>
          <a:p>
            <a:r>
              <a:rPr lang="en-US" sz="2200" dirty="0"/>
              <a:t>digital file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155628-959E-E264-361B-6C586932FF6E}"/>
              </a:ext>
            </a:extLst>
          </p:cNvPr>
          <p:cNvSpPr txBox="1">
            <a:spLocks/>
          </p:cNvSpPr>
          <p:nvPr/>
        </p:nvSpPr>
        <p:spPr>
          <a:xfrm>
            <a:off x="6704163" y="1749455"/>
            <a:ext cx="3587151" cy="214252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not an application but</a:t>
            </a:r>
          </a:p>
          <a:p>
            <a:r>
              <a:rPr lang="en-US" dirty="0"/>
              <a:t>A plain files is installed on our pc</a:t>
            </a:r>
          </a:p>
          <a:p>
            <a:r>
              <a:rPr lang="en-US" dirty="0"/>
              <a:t>It has all the setting we need to connect to an oracle database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76DA7-2921-7B09-E3E0-465AF6CFA594}"/>
              </a:ext>
            </a:extLst>
          </p:cNvPr>
          <p:cNvSpPr txBox="1"/>
          <p:nvPr/>
        </p:nvSpPr>
        <p:spPr>
          <a:xfrm>
            <a:off x="3068128" y="4707142"/>
            <a:ext cx="60557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If it’s not an application, then how can we utilize the </a:t>
            </a: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ORACLE CLIENT?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6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A7F494B-E4B4-4E16-78C5-87CCDD211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745" y="405100"/>
            <a:ext cx="9279390" cy="604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F69F8A7-7DE0-3CAB-E1CA-1354B9F28150}"/>
              </a:ext>
            </a:extLst>
          </p:cNvPr>
          <p:cNvSpPr txBox="1">
            <a:spLocks/>
          </p:cNvSpPr>
          <p:nvPr/>
        </p:nvSpPr>
        <p:spPr>
          <a:xfrm>
            <a:off x="3811527" y="1176908"/>
            <a:ext cx="5319825" cy="2618236"/>
          </a:xfrm>
          <a:prstGeom prst="rect">
            <a:avLst/>
          </a:prstGeom>
          <a:scene3d>
            <a:camera prst="orthographicFront">
              <a:rot lat="21299961" lon="0" rev="21599983"/>
            </a:camera>
            <a:lightRig rig="threePt" dir="t"/>
          </a:scene3d>
        </p:spPr>
        <p:txBody>
          <a:bodyPr>
            <a:prstTxWarp prst="textArchUp">
              <a:avLst/>
            </a:prstTxWarp>
            <a:normAutofit/>
            <a:scene3d>
              <a:camera prst="orthographicFront"/>
              <a:lightRig rig="threePt" dir="t"/>
            </a:scene3d>
            <a:sp3d extrusionH="57150" contourW="57150">
              <a:bevelT w="38100" h="38100"/>
              <a:extrusionClr>
                <a:schemeClr val="tx1">
                  <a:lumMod val="95000"/>
                  <a:lumOff val="5000"/>
                </a:schemeClr>
              </a:extrusionClr>
              <a:contourClr>
                <a:schemeClr val="tx1"/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Aptos Slab Black" panose="020F0502020204030204" pitchFamily="34" charset="0"/>
              </a:rPr>
              <a:t>ORACLE CLIENT APPLICATION</a:t>
            </a:r>
            <a:endParaRPr lang="en-US" sz="2200" dirty="0">
              <a:solidFill>
                <a:schemeClr val="bg1"/>
              </a:solidFill>
              <a:effectLst>
                <a:outerShdw blurRad="50800" dist="50800" dir="5400000" algn="ctr" rotWithShape="0">
                  <a:schemeClr val="tx1"/>
                </a:outerShdw>
              </a:effectLst>
              <a:latin typeface="Aptos Slab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1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t Is Creative My Dudes. It is Wednesday my dudes. These are the… | by  Jamie Sergeant | Medium">
            <a:extLst>
              <a:ext uri="{FF2B5EF4-FFF2-40B4-BE49-F238E27FC236}">
                <a16:creationId xmlns:a16="http://schemas.microsoft.com/office/drawing/2014/main" id="{6DBB823D-5785-D117-8EB8-F01CB6757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97" y="190500"/>
            <a:ext cx="6477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6F9A9F-0E60-CA8E-408E-533467345A4B}"/>
              </a:ext>
            </a:extLst>
          </p:cNvPr>
          <p:cNvSpPr txBox="1"/>
          <p:nvPr/>
        </p:nvSpPr>
        <p:spPr>
          <a:xfrm>
            <a:off x="8134350" y="1645920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Toad for oracle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20575-304A-EE85-2D2F-7623183A7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03" y="2476917"/>
            <a:ext cx="2276793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7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QL Developer: What is it? What's it for?">
            <a:extLst>
              <a:ext uri="{FF2B5EF4-FFF2-40B4-BE49-F238E27FC236}">
                <a16:creationId xmlns:a16="http://schemas.microsoft.com/office/drawing/2014/main" id="{8755E647-FD98-FBF4-0764-D4B707F24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71" y="1790676"/>
            <a:ext cx="7543852" cy="377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leepy Man Yawning stock photo. Image of humorous, hand - 43367402">
            <a:extLst>
              <a:ext uri="{FF2B5EF4-FFF2-40B4-BE49-F238E27FC236}">
                <a16:creationId xmlns:a16="http://schemas.microsoft.com/office/drawing/2014/main" id="{87BC0C65-C041-5F5A-A886-044F2D50D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4" y="555194"/>
            <a:ext cx="3592967" cy="539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66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8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74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Slab Black</vt:lpstr>
      <vt:lpstr>Arial</vt:lpstr>
      <vt:lpstr>Office Theme</vt:lpstr>
      <vt:lpstr>PowerPoint Presentation</vt:lpstr>
      <vt:lpstr>ORACLE IN A NUTSHELL</vt:lpstr>
      <vt:lpstr>ORACLE CLIENT being used by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balverde gerald jan(ＴＩＰ Information Systems Department)</dc:creator>
  <cp:lastModifiedBy>balverde gerald jan(ＴＩＰ Information Systems Department)</cp:lastModifiedBy>
  <cp:revision>1</cp:revision>
  <dcterms:created xsi:type="dcterms:W3CDTF">2026-01-05T02:45:40Z</dcterms:created>
  <dcterms:modified xsi:type="dcterms:W3CDTF">2026-01-05T06:17:28Z</dcterms:modified>
</cp:coreProperties>
</file>